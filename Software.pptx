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6" r:id="rId5"/>
    <p:sldId id="267" r:id="rId6"/>
    <p:sldId id="263" r:id="rId7"/>
    <p:sldId id="26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8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6" name="Google Shape;22;p3"/>
          <p:cNvSpPr/>
          <p:nvPr userDrawn="1"/>
        </p:nvSpPr>
        <p:spPr>
          <a:xfrm rot="10516523" flipH="1">
            <a:off x="7001022" y="6109468"/>
            <a:ext cx="6478482" cy="2167837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-1" fmla="*/ 73424 w 73424"/>
              <a:gd name="connsiteY0-2" fmla="*/ 0 h 31457"/>
              <a:gd name="connsiteX1-3" fmla="*/ 58067 w 73424"/>
              <a:gd name="connsiteY1-4" fmla="*/ 19389 h 31457"/>
              <a:gd name="connsiteX2-5" fmla="*/ 24778 w 73424"/>
              <a:gd name="connsiteY2-6" fmla="*/ 25788 h 31457"/>
              <a:gd name="connsiteX3-7" fmla="*/ 0 w 73424"/>
              <a:gd name="connsiteY3-8" fmla="*/ 18035 h 31457"/>
              <a:gd name="connsiteX0-9" fmla="*/ 73424 w 73424"/>
              <a:gd name="connsiteY0-10" fmla="*/ 0 h 29376"/>
              <a:gd name="connsiteX1-11" fmla="*/ 58067 w 73424"/>
              <a:gd name="connsiteY1-12" fmla="*/ 19389 h 29376"/>
              <a:gd name="connsiteX2-13" fmla="*/ 24778 w 73424"/>
              <a:gd name="connsiteY2-14" fmla="*/ 25788 h 29376"/>
              <a:gd name="connsiteX3-15" fmla="*/ 16974 w 73424"/>
              <a:gd name="connsiteY3-16" fmla="*/ 29025 h 29376"/>
              <a:gd name="connsiteX4" fmla="*/ 0 w 73424"/>
              <a:gd name="connsiteY4" fmla="*/ 18035 h 29376"/>
              <a:gd name="connsiteX0-17" fmla="*/ 67041 w 67041"/>
              <a:gd name="connsiteY0-18" fmla="*/ 0 h 29376"/>
              <a:gd name="connsiteX1-19" fmla="*/ 51684 w 67041"/>
              <a:gd name="connsiteY1-20" fmla="*/ 19389 h 29376"/>
              <a:gd name="connsiteX2-21" fmla="*/ 18395 w 67041"/>
              <a:gd name="connsiteY2-22" fmla="*/ 25788 h 29376"/>
              <a:gd name="connsiteX3-23" fmla="*/ 10591 w 67041"/>
              <a:gd name="connsiteY3-24" fmla="*/ 29025 h 29376"/>
              <a:gd name="connsiteX4-25" fmla="*/ 0 w 67041"/>
              <a:gd name="connsiteY4-26" fmla="*/ 10502 h 29376"/>
              <a:gd name="connsiteX0-27" fmla="*/ 67041 w 67041"/>
              <a:gd name="connsiteY0-28" fmla="*/ 0 h 27223"/>
              <a:gd name="connsiteX1-29" fmla="*/ 51684 w 67041"/>
              <a:gd name="connsiteY1-30" fmla="*/ 19389 h 27223"/>
              <a:gd name="connsiteX2-31" fmla="*/ 18395 w 67041"/>
              <a:gd name="connsiteY2-32" fmla="*/ 25788 h 27223"/>
              <a:gd name="connsiteX3-33" fmla="*/ 10214 w 67041"/>
              <a:gd name="connsiteY3-34" fmla="*/ 26197 h 27223"/>
              <a:gd name="connsiteX4-35" fmla="*/ 0 w 67041"/>
              <a:gd name="connsiteY4-36" fmla="*/ 10502 h 27223"/>
              <a:gd name="connsiteX0-37" fmla="*/ 67041 w 67041"/>
              <a:gd name="connsiteY0-38" fmla="*/ 0 h 28127"/>
              <a:gd name="connsiteX1-39" fmla="*/ 51684 w 67041"/>
              <a:gd name="connsiteY1-40" fmla="*/ 19389 h 28127"/>
              <a:gd name="connsiteX2-41" fmla="*/ 20086 w 67041"/>
              <a:gd name="connsiteY2-42" fmla="*/ 27221 h 28127"/>
              <a:gd name="connsiteX3-43" fmla="*/ 10214 w 67041"/>
              <a:gd name="connsiteY3-44" fmla="*/ 26197 h 28127"/>
              <a:gd name="connsiteX4-45" fmla="*/ 0 w 67041"/>
              <a:gd name="connsiteY4-46" fmla="*/ 10502 h 28127"/>
              <a:gd name="connsiteX0-47" fmla="*/ 67041 w 67041"/>
              <a:gd name="connsiteY0-48" fmla="*/ 0 h 27915"/>
              <a:gd name="connsiteX1-49" fmla="*/ 51684 w 67041"/>
              <a:gd name="connsiteY1-50" fmla="*/ 19389 h 27915"/>
              <a:gd name="connsiteX2-51" fmla="*/ 20086 w 67041"/>
              <a:gd name="connsiteY2-52" fmla="*/ 27221 h 27915"/>
              <a:gd name="connsiteX3-53" fmla="*/ 10984 w 67041"/>
              <a:gd name="connsiteY3-54" fmla="*/ 25133 h 27915"/>
              <a:gd name="connsiteX4-55" fmla="*/ 0 w 67041"/>
              <a:gd name="connsiteY4-56" fmla="*/ 10502 h 27915"/>
              <a:gd name="connsiteX0-57" fmla="*/ 67041 w 67041"/>
              <a:gd name="connsiteY0-58" fmla="*/ 0 h 27915"/>
              <a:gd name="connsiteX1-59" fmla="*/ 43220 w 67041"/>
              <a:gd name="connsiteY1-60" fmla="*/ 6935 h 27915"/>
              <a:gd name="connsiteX2-61" fmla="*/ 20086 w 67041"/>
              <a:gd name="connsiteY2-62" fmla="*/ 27221 h 27915"/>
              <a:gd name="connsiteX3-63" fmla="*/ 10984 w 67041"/>
              <a:gd name="connsiteY3-64" fmla="*/ 25133 h 27915"/>
              <a:gd name="connsiteX4-65" fmla="*/ 0 w 67041"/>
              <a:gd name="connsiteY4-66" fmla="*/ 10502 h 27915"/>
              <a:gd name="connsiteX0-67" fmla="*/ 60570 w 60570"/>
              <a:gd name="connsiteY0-68" fmla="*/ 0 h 30097"/>
              <a:gd name="connsiteX1-69" fmla="*/ 43220 w 60570"/>
              <a:gd name="connsiteY1-70" fmla="*/ 9117 h 30097"/>
              <a:gd name="connsiteX2-71" fmla="*/ 20086 w 60570"/>
              <a:gd name="connsiteY2-72" fmla="*/ 29403 h 30097"/>
              <a:gd name="connsiteX3-73" fmla="*/ 10984 w 60570"/>
              <a:gd name="connsiteY3-74" fmla="*/ 27315 h 30097"/>
              <a:gd name="connsiteX4-75" fmla="*/ 0 w 60570"/>
              <a:gd name="connsiteY4-76" fmla="*/ 12684 h 30097"/>
              <a:gd name="connsiteX0-77" fmla="*/ 60570 w 60570"/>
              <a:gd name="connsiteY0-78" fmla="*/ 0 h 27454"/>
              <a:gd name="connsiteX1-79" fmla="*/ 43220 w 60570"/>
              <a:gd name="connsiteY1-80" fmla="*/ 9117 h 27454"/>
              <a:gd name="connsiteX2-81" fmla="*/ 24939 w 60570"/>
              <a:gd name="connsiteY2-82" fmla="*/ 18567 h 27454"/>
              <a:gd name="connsiteX3-83" fmla="*/ 10984 w 60570"/>
              <a:gd name="connsiteY3-84" fmla="*/ 27315 h 27454"/>
              <a:gd name="connsiteX4-85" fmla="*/ 0 w 60570"/>
              <a:gd name="connsiteY4-86" fmla="*/ 12684 h 27454"/>
              <a:gd name="connsiteX0-87" fmla="*/ 60570 w 60570"/>
              <a:gd name="connsiteY0-88" fmla="*/ 0 h 23696"/>
              <a:gd name="connsiteX1-89" fmla="*/ 43220 w 60570"/>
              <a:gd name="connsiteY1-90" fmla="*/ 9117 h 23696"/>
              <a:gd name="connsiteX2-91" fmla="*/ 24939 w 60570"/>
              <a:gd name="connsiteY2-92" fmla="*/ 18567 h 23696"/>
              <a:gd name="connsiteX3-93" fmla="*/ 8718 w 60570"/>
              <a:gd name="connsiteY3-94" fmla="*/ 23434 h 23696"/>
              <a:gd name="connsiteX4-95" fmla="*/ 0 w 60570"/>
              <a:gd name="connsiteY4-96" fmla="*/ 12684 h 23696"/>
              <a:gd name="connsiteX0-97" fmla="*/ 60570 w 60570"/>
              <a:gd name="connsiteY0-98" fmla="*/ 0 h 23659"/>
              <a:gd name="connsiteX1-99" fmla="*/ 43220 w 60570"/>
              <a:gd name="connsiteY1-100" fmla="*/ 9117 h 23659"/>
              <a:gd name="connsiteX2-101" fmla="*/ 33690 w 60570"/>
              <a:gd name="connsiteY2-102" fmla="*/ 14193 h 23659"/>
              <a:gd name="connsiteX3-103" fmla="*/ 24939 w 60570"/>
              <a:gd name="connsiteY3-104" fmla="*/ 18567 h 23659"/>
              <a:gd name="connsiteX4-105" fmla="*/ 8718 w 60570"/>
              <a:gd name="connsiteY4-106" fmla="*/ 23434 h 23659"/>
              <a:gd name="connsiteX5" fmla="*/ 0 w 60570"/>
              <a:gd name="connsiteY5" fmla="*/ 12684 h 23659"/>
              <a:gd name="connsiteX0-107" fmla="*/ 60570 w 60570"/>
              <a:gd name="connsiteY0-108" fmla="*/ 0 h 23659"/>
              <a:gd name="connsiteX1-109" fmla="*/ 43220 w 60570"/>
              <a:gd name="connsiteY1-110" fmla="*/ 9117 h 23659"/>
              <a:gd name="connsiteX2-111" fmla="*/ 33690 w 60570"/>
              <a:gd name="connsiteY2-112" fmla="*/ 14193 h 23659"/>
              <a:gd name="connsiteX3-113" fmla="*/ 24939 w 60570"/>
              <a:gd name="connsiteY3-114" fmla="*/ 18567 h 23659"/>
              <a:gd name="connsiteX4-115" fmla="*/ 8718 w 60570"/>
              <a:gd name="connsiteY4-116" fmla="*/ 23434 h 23659"/>
              <a:gd name="connsiteX5-117" fmla="*/ 0 w 60570"/>
              <a:gd name="connsiteY5-118" fmla="*/ 12684 h 23659"/>
              <a:gd name="connsiteX0-119" fmla="*/ 60570 w 60570"/>
              <a:gd name="connsiteY0-120" fmla="*/ 0 h 23628"/>
              <a:gd name="connsiteX1-121" fmla="*/ 43220 w 60570"/>
              <a:gd name="connsiteY1-122" fmla="*/ 9117 h 23628"/>
              <a:gd name="connsiteX2-123" fmla="*/ 41401 w 60570"/>
              <a:gd name="connsiteY2-124" fmla="*/ 19746 h 23628"/>
              <a:gd name="connsiteX3-125" fmla="*/ 24939 w 60570"/>
              <a:gd name="connsiteY3-126" fmla="*/ 18567 h 23628"/>
              <a:gd name="connsiteX4-127" fmla="*/ 8718 w 60570"/>
              <a:gd name="connsiteY4-128" fmla="*/ 23434 h 23628"/>
              <a:gd name="connsiteX5-129" fmla="*/ 0 w 60570"/>
              <a:gd name="connsiteY5-130" fmla="*/ 12684 h 23628"/>
              <a:gd name="connsiteX0-131" fmla="*/ 60570 w 60570"/>
              <a:gd name="connsiteY0-132" fmla="*/ 0 h 20268"/>
              <a:gd name="connsiteX1-133" fmla="*/ 43220 w 60570"/>
              <a:gd name="connsiteY1-134" fmla="*/ 9117 h 20268"/>
              <a:gd name="connsiteX2-135" fmla="*/ 41401 w 60570"/>
              <a:gd name="connsiteY2-136" fmla="*/ 19746 h 20268"/>
              <a:gd name="connsiteX3-137" fmla="*/ 24939 w 60570"/>
              <a:gd name="connsiteY3-138" fmla="*/ 18567 h 20268"/>
              <a:gd name="connsiteX4-139" fmla="*/ 6145 w 60570"/>
              <a:gd name="connsiteY4-140" fmla="*/ 17987 h 20268"/>
              <a:gd name="connsiteX5-141" fmla="*/ 0 w 60570"/>
              <a:gd name="connsiteY5-142" fmla="*/ 12684 h 202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25" y="connsiteY4-26"/>
              </a:cxn>
              <a:cxn ang="0">
                <a:pos x="connsiteX5-117" y="connsiteY5-118"/>
              </a:cxn>
            </a:cxnLst>
            <a:rect l="l" t="t" r="r" b="b"/>
            <a:pathLst>
              <a:path w="60570" h="20268" fill="none" extrusionOk="0">
                <a:moveTo>
                  <a:pt x="60570" y="0"/>
                </a:moveTo>
                <a:cubicBezTo>
                  <a:pt x="54787" y="3039"/>
                  <a:pt x="46415" y="5826"/>
                  <a:pt x="43220" y="9117"/>
                </a:cubicBezTo>
                <a:cubicBezTo>
                  <a:pt x="40025" y="12408"/>
                  <a:pt x="46035" y="17491"/>
                  <a:pt x="41401" y="19746"/>
                </a:cubicBezTo>
                <a:cubicBezTo>
                  <a:pt x="38354" y="21321"/>
                  <a:pt x="30815" y="18860"/>
                  <a:pt x="24939" y="18567"/>
                </a:cubicBezTo>
                <a:cubicBezTo>
                  <a:pt x="19063" y="18274"/>
                  <a:pt x="10275" y="19279"/>
                  <a:pt x="6145" y="17987"/>
                </a:cubicBezTo>
                <a:cubicBezTo>
                  <a:pt x="2015" y="16695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/>
          <p:cNvSpPr/>
          <p:nvPr userDrawn="1"/>
        </p:nvSpPr>
        <p:spPr>
          <a:xfrm rot="5636608" flipH="1">
            <a:off x="-2771586" y="186999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-1" fmla="*/ 55307 w 86160"/>
              <a:gd name="connsiteY0-2" fmla="*/ 18 h 50606"/>
              <a:gd name="connsiteX1-3" fmla="*/ 46385 w 86160"/>
              <a:gd name="connsiteY1-4" fmla="*/ 3060 h 50606"/>
              <a:gd name="connsiteX2-5" fmla="*/ 23250 w 86160"/>
              <a:gd name="connsiteY2-6" fmla="*/ 20903 h 50606"/>
              <a:gd name="connsiteX3-7" fmla="*/ 15443 w 86160"/>
              <a:gd name="connsiteY3-8" fmla="*/ 27608 h 50606"/>
              <a:gd name="connsiteX4-9" fmla="*/ 14517 w 86160"/>
              <a:gd name="connsiteY4-10" fmla="*/ 27573 h 50606"/>
              <a:gd name="connsiteX5-11" fmla="*/ 11428 w 86160"/>
              <a:gd name="connsiteY5-12" fmla="*/ 27456 h 50606"/>
              <a:gd name="connsiteX6-13" fmla="*/ 39 w 86160"/>
              <a:gd name="connsiteY6-14" fmla="*/ 31152 h 50606"/>
              <a:gd name="connsiteX7-15" fmla="*/ 10831 w 86160"/>
              <a:gd name="connsiteY7-16" fmla="*/ 43079 h 50606"/>
              <a:gd name="connsiteX8-17" fmla="*/ 30398 w 86160"/>
              <a:gd name="connsiteY8-18" fmla="*/ 50606 h 50606"/>
              <a:gd name="connsiteX9-19" fmla="*/ 34419 w 86160"/>
              <a:gd name="connsiteY9-20" fmla="*/ 49967 h 50606"/>
              <a:gd name="connsiteX10-21" fmla="*/ 85987 w 86160"/>
              <a:gd name="connsiteY10-22" fmla="*/ 35163 h 50606"/>
              <a:gd name="connsiteX11-23" fmla="*/ 75901 w 86160"/>
              <a:gd name="connsiteY11-24" fmla="*/ 7726 h 50606"/>
              <a:gd name="connsiteX12-25" fmla="*/ 55307 w 86160"/>
              <a:gd name="connsiteY12-26" fmla="*/ 18 h 50606"/>
              <a:gd name="connsiteX0-27" fmla="*/ 55307 w 79837"/>
              <a:gd name="connsiteY0-28" fmla="*/ 18 h 52262"/>
              <a:gd name="connsiteX1-29" fmla="*/ 46385 w 79837"/>
              <a:gd name="connsiteY1-30" fmla="*/ 3060 h 52262"/>
              <a:gd name="connsiteX2-31" fmla="*/ 23250 w 79837"/>
              <a:gd name="connsiteY2-32" fmla="*/ 20903 h 52262"/>
              <a:gd name="connsiteX3-33" fmla="*/ 15443 w 79837"/>
              <a:gd name="connsiteY3-34" fmla="*/ 27608 h 52262"/>
              <a:gd name="connsiteX4-35" fmla="*/ 14517 w 79837"/>
              <a:gd name="connsiteY4-36" fmla="*/ 27573 h 52262"/>
              <a:gd name="connsiteX5-37" fmla="*/ 11428 w 79837"/>
              <a:gd name="connsiteY5-38" fmla="*/ 27456 h 52262"/>
              <a:gd name="connsiteX6-39" fmla="*/ 39 w 79837"/>
              <a:gd name="connsiteY6-40" fmla="*/ 31152 h 52262"/>
              <a:gd name="connsiteX7-41" fmla="*/ 10831 w 79837"/>
              <a:gd name="connsiteY7-42" fmla="*/ 43079 h 52262"/>
              <a:gd name="connsiteX8-43" fmla="*/ 30398 w 79837"/>
              <a:gd name="connsiteY8-44" fmla="*/ 50606 h 52262"/>
              <a:gd name="connsiteX9-45" fmla="*/ 34419 w 79837"/>
              <a:gd name="connsiteY9-46" fmla="*/ 49967 h 52262"/>
              <a:gd name="connsiteX10-47" fmla="*/ 79229 w 79837"/>
              <a:gd name="connsiteY10-48" fmla="*/ 22039 h 52262"/>
              <a:gd name="connsiteX11-49" fmla="*/ 75901 w 79837"/>
              <a:gd name="connsiteY11-50" fmla="*/ 7726 h 52262"/>
              <a:gd name="connsiteX12-51" fmla="*/ 55307 w 79837"/>
              <a:gd name="connsiteY12-52" fmla="*/ 18 h 52262"/>
              <a:gd name="connsiteX0-53" fmla="*/ 55302 w 79832"/>
              <a:gd name="connsiteY0-54" fmla="*/ 18 h 51830"/>
              <a:gd name="connsiteX1-55" fmla="*/ 46380 w 79832"/>
              <a:gd name="connsiteY1-56" fmla="*/ 3060 h 51830"/>
              <a:gd name="connsiteX2-57" fmla="*/ 23245 w 79832"/>
              <a:gd name="connsiteY2-58" fmla="*/ 20903 h 51830"/>
              <a:gd name="connsiteX3-59" fmla="*/ 15438 w 79832"/>
              <a:gd name="connsiteY3-60" fmla="*/ 27608 h 51830"/>
              <a:gd name="connsiteX4-61" fmla="*/ 14512 w 79832"/>
              <a:gd name="connsiteY4-62" fmla="*/ 27573 h 51830"/>
              <a:gd name="connsiteX5-63" fmla="*/ 11423 w 79832"/>
              <a:gd name="connsiteY5-64" fmla="*/ 27456 h 51830"/>
              <a:gd name="connsiteX6-65" fmla="*/ 34 w 79832"/>
              <a:gd name="connsiteY6-66" fmla="*/ 31152 h 51830"/>
              <a:gd name="connsiteX7-67" fmla="*/ 10826 w 79832"/>
              <a:gd name="connsiteY7-68" fmla="*/ 43079 h 51830"/>
              <a:gd name="connsiteX8-69" fmla="*/ 31694 w 79832"/>
              <a:gd name="connsiteY8-70" fmla="*/ 49313 h 51830"/>
              <a:gd name="connsiteX9-71" fmla="*/ 34414 w 79832"/>
              <a:gd name="connsiteY9-72" fmla="*/ 49967 h 51830"/>
              <a:gd name="connsiteX10-73" fmla="*/ 79224 w 79832"/>
              <a:gd name="connsiteY10-74" fmla="*/ 22039 h 51830"/>
              <a:gd name="connsiteX11-75" fmla="*/ 75896 w 79832"/>
              <a:gd name="connsiteY11-76" fmla="*/ 7726 h 51830"/>
              <a:gd name="connsiteX12-77" fmla="*/ 55302 w 79832"/>
              <a:gd name="connsiteY12-78" fmla="*/ 18 h 51830"/>
              <a:gd name="connsiteX0-79" fmla="*/ 55302 w 79832"/>
              <a:gd name="connsiteY0-80" fmla="*/ 18 h 51830"/>
              <a:gd name="connsiteX1-81" fmla="*/ 46380 w 79832"/>
              <a:gd name="connsiteY1-82" fmla="*/ 3060 h 51830"/>
              <a:gd name="connsiteX2-83" fmla="*/ 23245 w 79832"/>
              <a:gd name="connsiteY2-84" fmla="*/ 20903 h 51830"/>
              <a:gd name="connsiteX3-85" fmla="*/ 15438 w 79832"/>
              <a:gd name="connsiteY3-86" fmla="*/ 27608 h 51830"/>
              <a:gd name="connsiteX4-87" fmla="*/ 7743 w 79832"/>
              <a:gd name="connsiteY4-88" fmla="*/ 24210 h 51830"/>
              <a:gd name="connsiteX5-89" fmla="*/ 11423 w 79832"/>
              <a:gd name="connsiteY5-90" fmla="*/ 27456 h 51830"/>
              <a:gd name="connsiteX6-91" fmla="*/ 34 w 79832"/>
              <a:gd name="connsiteY6-92" fmla="*/ 31152 h 51830"/>
              <a:gd name="connsiteX7-93" fmla="*/ 10826 w 79832"/>
              <a:gd name="connsiteY7-94" fmla="*/ 43079 h 51830"/>
              <a:gd name="connsiteX8-95" fmla="*/ 31694 w 79832"/>
              <a:gd name="connsiteY8-96" fmla="*/ 49313 h 51830"/>
              <a:gd name="connsiteX9-97" fmla="*/ 34414 w 79832"/>
              <a:gd name="connsiteY9-98" fmla="*/ 49967 h 51830"/>
              <a:gd name="connsiteX10-99" fmla="*/ 79224 w 79832"/>
              <a:gd name="connsiteY10-100" fmla="*/ 22039 h 51830"/>
              <a:gd name="connsiteX11-101" fmla="*/ 75896 w 79832"/>
              <a:gd name="connsiteY11-102" fmla="*/ 7726 h 51830"/>
              <a:gd name="connsiteX12-103" fmla="*/ 55302 w 79832"/>
              <a:gd name="connsiteY12-104" fmla="*/ 18 h 51830"/>
              <a:gd name="connsiteX0-105" fmla="*/ 55302 w 79832"/>
              <a:gd name="connsiteY0-106" fmla="*/ 18 h 51830"/>
              <a:gd name="connsiteX1-107" fmla="*/ 46380 w 79832"/>
              <a:gd name="connsiteY1-108" fmla="*/ 3060 h 51830"/>
              <a:gd name="connsiteX2-109" fmla="*/ 23245 w 79832"/>
              <a:gd name="connsiteY2-110" fmla="*/ 20903 h 51830"/>
              <a:gd name="connsiteX3-111" fmla="*/ 15438 w 79832"/>
              <a:gd name="connsiteY3-112" fmla="*/ 27608 h 51830"/>
              <a:gd name="connsiteX4-113" fmla="*/ 7743 w 79832"/>
              <a:gd name="connsiteY4-114" fmla="*/ 24210 h 51830"/>
              <a:gd name="connsiteX5-115" fmla="*/ 3611 w 79832"/>
              <a:gd name="connsiteY5-116" fmla="*/ 25228 h 51830"/>
              <a:gd name="connsiteX6-117" fmla="*/ 34 w 79832"/>
              <a:gd name="connsiteY6-118" fmla="*/ 31152 h 51830"/>
              <a:gd name="connsiteX7-119" fmla="*/ 10826 w 79832"/>
              <a:gd name="connsiteY7-120" fmla="*/ 43079 h 51830"/>
              <a:gd name="connsiteX8-121" fmla="*/ 31694 w 79832"/>
              <a:gd name="connsiteY8-122" fmla="*/ 49313 h 51830"/>
              <a:gd name="connsiteX9-123" fmla="*/ 34414 w 79832"/>
              <a:gd name="connsiteY9-124" fmla="*/ 49967 h 51830"/>
              <a:gd name="connsiteX10-125" fmla="*/ 79224 w 79832"/>
              <a:gd name="connsiteY10-126" fmla="*/ 22039 h 51830"/>
              <a:gd name="connsiteX11-127" fmla="*/ 75896 w 79832"/>
              <a:gd name="connsiteY11-128" fmla="*/ 7726 h 51830"/>
              <a:gd name="connsiteX12-129" fmla="*/ 55302 w 79832"/>
              <a:gd name="connsiteY12-130" fmla="*/ 18 h 51830"/>
              <a:gd name="connsiteX0-131" fmla="*/ 55302 w 79832"/>
              <a:gd name="connsiteY0-132" fmla="*/ 18 h 51830"/>
              <a:gd name="connsiteX1-133" fmla="*/ 46380 w 79832"/>
              <a:gd name="connsiteY1-134" fmla="*/ 3060 h 51830"/>
              <a:gd name="connsiteX2-135" fmla="*/ 23245 w 79832"/>
              <a:gd name="connsiteY2-136" fmla="*/ 20903 h 51830"/>
              <a:gd name="connsiteX3-137" fmla="*/ 14601 w 79832"/>
              <a:gd name="connsiteY3-138" fmla="*/ 22240 h 51830"/>
              <a:gd name="connsiteX4-139" fmla="*/ 7743 w 79832"/>
              <a:gd name="connsiteY4-140" fmla="*/ 24210 h 51830"/>
              <a:gd name="connsiteX5-141" fmla="*/ 3611 w 79832"/>
              <a:gd name="connsiteY5-142" fmla="*/ 25228 h 51830"/>
              <a:gd name="connsiteX6-143" fmla="*/ 34 w 79832"/>
              <a:gd name="connsiteY6-144" fmla="*/ 31152 h 51830"/>
              <a:gd name="connsiteX7-145" fmla="*/ 10826 w 79832"/>
              <a:gd name="connsiteY7-146" fmla="*/ 43079 h 51830"/>
              <a:gd name="connsiteX8-147" fmla="*/ 31694 w 79832"/>
              <a:gd name="connsiteY8-148" fmla="*/ 49313 h 51830"/>
              <a:gd name="connsiteX9-149" fmla="*/ 34414 w 79832"/>
              <a:gd name="connsiteY9-150" fmla="*/ 49967 h 51830"/>
              <a:gd name="connsiteX10-151" fmla="*/ 79224 w 79832"/>
              <a:gd name="connsiteY10-152" fmla="*/ 22039 h 51830"/>
              <a:gd name="connsiteX11-153" fmla="*/ 75896 w 79832"/>
              <a:gd name="connsiteY11-154" fmla="*/ 7726 h 51830"/>
              <a:gd name="connsiteX12-155" fmla="*/ 55302 w 79832"/>
              <a:gd name="connsiteY12-156" fmla="*/ 18 h 518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541" y="17706"/>
                  <a:pt x="23245" y="20903"/>
                </a:cubicBezTo>
                <a:cubicBezTo>
                  <a:pt x="17949" y="24100"/>
                  <a:pt x="17185" y="21689"/>
                  <a:pt x="14601" y="22240"/>
                </a:cubicBezTo>
                <a:cubicBezTo>
                  <a:pt x="12017" y="22791"/>
                  <a:pt x="9575" y="23712"/>
                  <a:pt x="7743" y="24210"/>
                </a:cubicBezTo>
                <a:cubicBezTo>
                  <a:pt x="5911" y="24708"/>
                  <a:pt x="4896" y="24071"/>
                  <a:pt x="3611" y="25228"/>
                </a:cubicBezTo>
                <a:cubicBezTo>
                  <a:pt x="2326" y="26385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bg2">
              <a:lumMod val="5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;p3"/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-1" fmla="*/ 23543 w 35687"/>
              <a:gd name="connsiteY0-2" fmla="*/ 0 h 27237"/>
              <a:gd name="connsiteX1-3" fmla="*/ 1089 w 35687"/>
              <a:gd name="connsiteY1-4" fmla="*/ 6817 h 27237"/>
              <a:gd name="connsiteX2-5" fmla="*/ 4713 w 35687"/>
              <a:gd name="connsiteY2-6" fmla="*/ 25300 h 27237"/>
              <a:gd name="connsiteX3-7" fmla="*/ 15182 w 35687"/>
              <a:gd name="connsiteY3-8" fmla="*/ 25949 h 27237"/>
              <a:gd name="connsiteX4-9" fmla="*/ 35189 w 35687"/>
              <a:gd name="connsiteY4-10" fmla="*/ 18845 h 27237"/>
              <a:gd name="connsiteX5-11" fmla="*/ 25604 w 35687"/>
              <a:gd name="connsiteY5-12" fmla="*/ 248 h 27237"/>
              <a:gd name="connsiteX6-13" fmla="*/ 23543 w 35687"/>
              <a:gd name="connsiteY6-14" fmla="*/ 0 h 27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Прямоугольник 7"/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sp>
        <p:nvSpPr>
          <p:cNvPr id="13" name="Google Shape;50;p6"/>
          <p:cNvSpPr/>
          <p:nvPr userDrawn="1"/>
        </p:nvSpPr>
        <p:spPr>
          <a:xfrm>
            <a:off x="10025031" y="350362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52;p6"/>
          <p:cNvSpPr/>
          <p:nvPr userDrawn="1"/>
        </p:nvSpPr>
        <p:spPr>
          <a:xfrm rot="-649760" flipH="1">
            <a:off x="11070536" y="1810606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tx1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Google Shape;31;p4"/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-1" fmla="*/ 17108 w 71064"/>
              <a:gd name="connsiteY0-2" fmla="*/ 0 h 86173"/>
              <a:gd name="connsiteX1-3" fmla="*/ 8798 w 71064"/>
              <a:gd name="connsiteY1-4" fmla="*/ 27428 h 86173"/>
              <a:gd name="connsiteX2-5" fmla="*/ 1869 w 71064"/>
              <a:gd name="connsiteY2-6" fmla="*/ 50348 h 86173"/>
              <a:gd name="connsiteX3-7" fmla="*/ 11781 w 71064"/>
              <a:gd name="connsiteY3-8" fmla="*/ 76346 h 86173"/>
              <a:gd name="connsiteX4-9" fmla="*/ 18852 w 71064"/>
              <a:gd name="connsiteY4-10" fmla="*/ 85987 h 86173"/>
              <a:gd name="connsiteX5-11" fmla="*/ 26186 w 71064"/>
              <a:gd name="connsiteY5-12" fmla="*/ 82951 h 86173"/>
              <a:gd name="connsiteX6-13" fmla="*/ 32302 w 71064"/>
              <a:gd name="connsiteY6-14" fmla="*/ 83740 h 86173"/>
              <a:gd name="connsiteX7-15" fmla="*/ 38914 w 71064"/>
              <a:gd name="connsiteY7-16" fmla="*/ 79207 h 86173"/>
              <a:gd name="connsiteX8-17" fmla="*/ 70362 w 71064"/>
              <a:gd name="connsiteY8-18" fmla="*/ 44134 h 86173"/>
              <a:gd name="connsiteX9-19" fmla="*/ 25057 w 71064"/>
              <a:gd name="connsiteY9-20" fmla="*/ 1874 h 86173"/>
              <a:gd name="connsiteX10-21" fmla="*/ 17108 w 71064"/>
              <a:gd name="connsiteY10-22" fmla="*/ 0 h 86173"/>
              <a:gd name="connsiteX0-23" fmla="*/ 17108 w 71064"/>
              <a:gd name="connsiteY0-24" fmla="*/ 0 h 86173"/>
              <a:gd name="connsiteX1-25" fmla="*/ 8798 w 71064"/>
              <a:gd name="connsiteY1-26" fmla="*/ 27428 h 86173"/>
              <a:gd name="connsiteX2-27" fmla="*/ 1869 w 71064"/>
              <a:gd name="connsiteY2-28" fmla="*/ 50348 h 86173"/>
              <a:gd name="connsiteX3-29" fmla="*/ 11781 w 71064"/>
              <a:gd name="connsiteY3-30" fmla="*/ 76346 h 86173"/>
              <a:gd name="connsiteX4-31" fmla="*/ 18852 w 71064"/>
              <a:gd name="connsiteY4-32" fmla="*/ 85987 h 86173"/>
              <a:gd name="connsiteX5-33" fmla="*/ 26186 w 71064"/>
              <a:gd name="connsiteY5-34" fmla="*/ 82951 h 86173"/>
              <a:gd name="connsiteX6-35" fmla="*/ 32302 w 71064"/>
              <a:gd name="connsiteY6-36" fmla="*/ 83740 h 86173"/>
              <a:gd name="connsiteX7-37" fmla="*/ 39225 w 71064"/>
              <a:gd name="connsiteY7-38" fmla="*/ 77558 h 86173"/>
              <a:gd name="connsiteX8-39" fmla="*/ 70362 w 71064"/>
              <a:gd name="connsiteY8-40" fmla="*/ 44134 h 86173"/>
              <a:gd name="connsiteX9-41" fmla="*/ 25057 w 71064"/>
              <a:gd name="connsiteY9-42" fmla="*/ 1874 h 86173"/>
              <a:gd name="connsiteX10-43" fmla="*/ 17108 w 71064"/>
              <a:gd name="connsiteY10-44" fmla="*/ 0 h 86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/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8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Овал 6"/>
          <p:cNvSpPr/>
          <p:nvPr userDrawn="1"/>
        </p:nvSpPr>
        <p:spPr>
          <a:xfrm>
            <a:off x="493157" y="1825625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 userDrawn="1"/>
        </p:nvSpPr>
        <p:spPr>
          <a:xfrm>
            <a:off x="603200" y="177635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1</a:t>
            </a:r>
          </a:p>
        </p:txBody>
      </p:sp>
      <p:sp>
        <p:nvSpPr>
          <p:cNvPr id="19" name="Овал 18"/>
          <p:cNvSpPr/>
          <p:nvPr userDrawn="1"/>
        </p:nvSpPr>
        <p:spPr>
          <a:xfrm>
            <a:off x="493157" y="336193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 userDrawn="1"/>
        </p:nvSpPr>
        <p:spPr>
          <a:xfrm>
            <a:off x="603200" y="331266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2</a:t>
            </a:r>
          </a:p>
        </p:txBody>
      </p:sp>
      <p:sp>
        <p:nvSpPr>
          <p:cNvPr id="24" name="Овал 23"/>
          <p:cNvSpPr/>
          <p:nvPr userDrawn="1"/>
        </p:nvSpPr>
        <p:spPr>
          <a:xfrm>
            <a:off x="493157" y="486816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 userDrawn="1"/>
        </p:nvSpPr>
        <p:spPr>
          <a:xfrm>
            <a:off x="603200" y="481889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385" y="9874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7200" b="1" dirty="0" smtClean="0">
                <a:latin typeface="Arial Black" panose="020B0A04020102020204" charset="0"/>
                <a:cs typeface="Arial Black" panose="020B0A04020102020204" charset="0"/>
              </a:rPr>
              <a:t>Doodle Jump</a:t>
            </a:r>
            <a:r>
              <a:rPr lang="en-US" sz="7200" b="1" dirty="0">
                <a:latin typeface="Arial Black" panose="020B0A04020102020204" charset="0"/>
                <a:cs typeface="Arial Black" panose="020B0A04020102020204" charset="0"/>
              </a:rPr>
              <a:t/>
            </a:r>
            <a:br>
              <a:rPr lang="en-US" sz="7200" b="1" dirty="0">
                <a:latin typeface="Arial Black" panose="020B0A04020102020204" charset="0"/>
                <a:cs typeface="Arial Black" panose="020B0A04020102020204" charset="0"/>
              </a:rPr>
            </a:br>
            <a:r>
              <a:rPr lang="en-US" sz="890" b="1" dirty="0">
                <a:latin typeface="Arial Black" panose="020B0A04020102020204" charset="0"/>
                <a:cs typeface="Arial Black" panose="020B0A04020102020204" charset="0"/>
              </a:rPr>
              <a:t/>
            </a:r>
            <a:br>
              <a:rPr lang="en-US" sz="890" b="1" dirty="0">
                <a:latin typeface="Arial Black" panose="020B0A04020102020204" charset="0"/>
                <a:cs typeface="Arial Black" panose="020B0A04020102020204" charset="0"/>
              </a:rPr>
            </a:br>
            <a:r>
              <a:rPr lang="ru-RU" altLang="en-US" sz="2000" b="1" dirty="0" smtClean="0">
                <a:latin typeface="Arial Black" panose="020B0A04020102020204" charset="0"/>
                <a:cs typeface="Arial Black" panose="020B0A04020102020204" charset="0"/>
              </a:rPr>
              <a:t>узнаваемая игра про прыгающего по платформам героя</a:t>
            </a:r>
            <a:endParaRPr lang="ru-RU" altLang="en-US" sz="2000" b="1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10735"/>
            <a:ext cx="10515600" cy="4351338"/>
          </a:xfrm>
        </p:spPr>
        <p:txBody>
          <a:bodyPr/>
          <a:lstStyle/>
          <a:p>
            <a:r>
              <a:rPr lang="ru-RU" sz="2000" dirty="0">
                <a:latin typeface="Arial Black" panose="020B0A04020102020204" charset="0"/>
                <a:cs typeface="Arial Black" panose="020B0A04020102020204" charset="0"/>
              </a:rPr>
              <a:t>Участники: Вдовин </a:t>
            </a:r>
            <a:r>
              <a:rPr lang="ru-RU" sz="2000" dirty="0" smtClean="0">
                <a:latin typeface="Arial Black" panose="020B0A04020102020204" charset="0"/>
                <a:cs typeface="Arial Black" panose="020B0A04020102020204" charset="0"/>
              </a:rPr>
              <a:t>Александр, Коновальцев Егор</a:t>
            </a:r>
            <a:endParaRPr lang="ru-RU" sz="2000" dirty="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sz="2000" dirty="0">
                <a:latin typeface="Arial Black" panose="020B0A04020102020204" charset="0"/>
                <a:cs typeface="Arial Black" panose="020B0A04020102020204" charset="0"/>
              </a:rPr>
              <a:t>Руководитель: Яковлев Дмитрий Николаевич</a:t>
            </a:r>
          </a:p>
          <a:p>
            <a:r>
              <a:rPr lang="ru-RU" sz="2000" dirty="0">
                <a:latin typeface="Arial Black" panose="020B0A04020102020204" charset="0"/>
                <a:cs typeface="Arial Black" panose="020B0A04020102020204" charset="0"/>
              </a:rPr>
              <a:t>ГБОУ СОШ №4 </a:t>
            </a:r>
            <a:r>
              <a:rPr lang="ru-RU" sz="2000" dirty="0" err="1">
                <a:latin typeface="Arial Black" panose="020B0A04020102020204" charset="0"/>
                <a:cs typeface="Arial Black" panose="020B0A04020102020204" charset="0"/>
              </a:rPr>
              <a:t>г.о</a:t>
            </a:r>
            <a:r>
              <a:rPr lang="ru-RU" sz="2000" dirty="0">
                <a:latin typeface="Arial Black" panose="020B0A04020102020204" charset="0"/>
                <a:cs typeface="Arial Black" panose="020B0A04020102020204" charset="0"/>
              </a:rPr>
              <a:t>. Чапаевск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>
                <a:latin typeface="Arial Black" panose="020B0A04020102020204" charset="0"/>
                <a:cs typeface="Arial Black" panose="020B0A04020102020204" charset="0"/>
                <a:sym typeface="+mn-ea"/>
              </a:rPr>
              <a:t>Создать</a:t>
            </a:r>
            <a:r>
              <a:rPr dirty="0"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ru-RU" dirty="0" smtClean="0">
                <a:latin typeface="Arial Black" panose="020B0A04020102020204" charset="0"/>
                <a:cs typeface="Arial Black" panose="020B0A04020102020204" charset="0"/>
                <a:sym typeface="+mn-ea"/>
              </a:rPr>
              <a:t>игру – </a:t>
            </a:r>
            <a:r>
              <a:rPr lang="ru-RU" dirty="0" err="1" smtClean="0">
                <a:latin typeface="Arial Black" panose="020B0A04020102020204" charset="0"/>
                <a:cs typeface="Arial Black" panose="020B0A04020102020204" charset="0"/>
                <a:sym typeface="+mn-ea"/>
              </a:rPr>
              <a:t>платформер</a:t>
            </a:r>
            <a:r>
              <a:rPr lang="ru-RU" dirty="0" smtClean="0">
                <a:latin typeface="Arial Black" panose="020B0A04020102020204" charset="0"/>
                <a:cs typeface="Arial Black" panose="020B0A04020102020204" charset="0"/>
                <a:sym typeface="+mn-ea"/>
              </a:rPr>
              <a:t>. Копию </a:t>
            </a:r>
            <a:r>
              <a:rPr lang="en-US" dirty="0" smtClean="0">
                <a:latin typeface="Arial Black" panose="020B0A04020102020204" charset="0"/>
                <a:cs typeface="Arial Black" panose="020B0A04020102020204" charset="0"/>
                <a:sym typeface="+mn-ea"/>
              </a:rPr>
              <a:t>Doodle Jump</a:t>
            </a:r>
            <a:r>
              <a:rPr lang="ru-RU" dirty="0" smtClean="0">
                <a:latin typeface="Arial Black" panose="020B0A04020102020204" charset="0"/>
                <a:cs typeface="Arial Black" panose="020B0A04020102020204" charset="0"/>
                <a:sym typeface="+mn-ea"/>
              </a:rPr>
              <a:t>, но более усложненную</a:t>
            </a:r>
            <a:endParaRPr lang="ru-RU" sz="24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atin typeface="Arial Black" panose="020B0A04020102020204" charset="0"/>
                <a:cs typeface="Arial Black" panose="020B0A04020102020204" charset="0"/>
              </a:rPr>
              <a:t>Как работает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6965" y="1690688"/>
            <a:ext cx="5033870" cy="270669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1690688"/>
            <a:ext cx="6499412" cy="331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dirty="0" smtClean="0">
                <a:latin typeface="Arial Black" panose="020B0A04020102020204" charset="0"/>
                <a:cs typeface="Arial Black" panose="020B0A04020102020204" charset="0"/>
              </a:rPr>
              <a:t>Главный класс </a:t>
            </a:r>
            <a:r>
              <a:rPr lang="en-US" altLang="en-US" dirty="0" err="1" smtClean="0">
                <a:latin typeface="Arial Black" panose="020B0A04020102020204" charset="0"/>
                <a:cs typeface="Arial Black" panose="020B0A04020102020204" charset="0"/>
              </a:rPr>
              <a:t>DoodleJump</a:t>
            </a:r>
            <a:r>
              <a:rPr lang="en-US" altLang="en-US" dirty="0" smtClean="0">
                <a:latin typeface="Arial Black" panose="020B0A04020102020204" charset="0"/>
                <a:cs typeface="Arial Black" panose="020B0A04020102020204" charset="0"/>
              </a:rPr>
              <a:t>()</a:t>
            </a:r>
            <a:endParaRPr lang="ru-RU" altLang="en-US" dirty="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669" y="3285192"/>
            <a:ext cx="2939613" cy="3447239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838200" y="2953498"/>
            <a:ext cx="6499412" cy="331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dirty="0" smtClean="0">
                <a:latin typeface="Arial Black" panose="020B0A04020102020204" charset="0"/>
                <a:cs typeface="Arial Black" panose="020B0A04020102020204" charset="0"/>
              </a:rPr>
              <a:t>Класс для монстров</a:t>
            </a:r>
            <a:r>
              <a:rPr lang="en-US" altLang="en-US" dirty="0" smtClean="0">
                <a:latin typeface="Arial Black" panose="020B0A04020102020204" charset="0"/>
                <a:cs typeface="Arial Black" panose="020B0A04020102020204" charset="0"/>
              </a:rPr>
              <a:t> Monster()</a:t>
            </a:r>
            <a:endParaRPr lang="ru-RU" altLang="en-US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atin typeface="Arial Black" panose="020B0A04020102020204" charset="0"/>
                <a:cs typeface="Arial Black" panose="020B0A04020102020204" charset="0"/>
              </a:rPr>
              <a:t>Как работает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38200" y="1690688"/>
            <a:ext cx="6499412" cy="331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dirty="0" smtClean="0">
                <a:latin typeface="Arial Black" panose="020B0A04020102020204" charset="0"/>
                <a:cs typeface="Arial Black" panose="020B0A04020102020204" charset="0"/>
              </a:rPr>
              <a:t>Класс для платформ с прыжком</a:t>
            </a:r>
            <a:r>
              <a:rPr lang="en-US" altLang="en-US" dirty="0" smtClean="0">
                <a:latin typeface="Arial Black" panose="020B0A04020102020204" charset="0"/>
                <a:cs typeface="Arial Black" panose="020B0A04020102020204" charset="0"/>
              </a:rPr>
              <a:t> x10</a:t>
            </a:r>
            <a:endParaRPr lang="ru-RU" altLang="en-US" dirty="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961" y="1524448"/>
            <a:ext cx="4848902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atin typeface="Arial Black" panose="020B0A04020102020204" charset="0"/>
                <a:cs typeface="Arial Black" panose="020B0A04020102020204" charset="0"/>
              </a:rPr>
              <a:t>Как работает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12" y="1399688"/>
            <a:ext cx="5750989" cy="354034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212" y="243299"/>
            <a:ext cx="3420035" cy="36136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323" y="2823881"/>
            <a:ext cx="2639890" cy="376170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939" y="3916178"/>
            <a:ext cx="4656547" cy="285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2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Arial Black" panose="020B0A04020102020204" charset="0"/>
                <a:cs typeface="Arial Black" panose="020B0A04020102020204" charset="0"/>
              </a:rPr>
              <a:t>Интерфейс	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06" y="1559156"/>
            <a:ext cx="2622176" cy="4140832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6703358" y="5975818"/>
            <a:ext cx="2572871" cy="331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dirty="0" smtClean="0">
                <a:latin typeface="Arial Black" panose="020B0A04020102020204" charset="0"/>
                <a:cs typeface="Arial Black" panose="020B0A04020102020204" charset="0"/>
              </a:rPr>
              <a:t>Сам интерфейс</a:t>
            </a:r>
            <a:endParaRPr lang="ru-RU" altLang="en-US" dirty="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119" y="1559156"/>
            <a:ext cx="2641293" cy="4140832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918011" y="5887012"/>
            <a:ext cx="2538766" cy="648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dirty="0" smtClean="0">
                <a:latin typeface="Arial Black" panose="020B0A04020102020204" charset="0"/>
                <a:cs typeface="Arial Black" panose="020B0A04020102020204" charset="0"/>
              </a:rPr>
              <a:t>Интерфейс проигрыша</a:t>
            </a:r>
            <a:endParaRPr lang="ru-RU" altLang="en-US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9"/>
          <p:cNvSpPr txBox="1"/>
          <p:nvPr/>
        </p:nvSpPr>
        <p:spPr>
          <a:xfrm>
            <a:off x="3335020" y="1806575"/>
            <a:ext cx="5521960" cy="3244215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7200" b="1" dirty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Спасибо за внимание</a:t>
            </a:r>
          </a:p>
        </p:txBody>
      </p:sp>
      <p:sp>
        <p:nvSpPr>
          <p:cNvPr id="17" name="Текст 11"/>
          <p:cNvSpPr txBox="1"/>
          <p:nvPr/>
        </p:nvSpPr>
        <p:spPr>
          <a:xfrm>
            <a:off x="2608499" y="887171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64</Words>
  <Application>Microsoft Office PowerPoint</Application>
  <PresentationFormat>Широкоэкранный</PresentationFormat>
  <Paragraphs>16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Тема Office</vt:lpstr>
      <vt:lpstr>Doodle Jump  узнаваемая игра про прыгающего по платформам героя</vt:lpstr>
      <vt:lpstr>Цель проекта</vt:lpstr>
      <vt:lpstr>Как работает</vt:lpstr>
      <vt:lpstr>Как работает</vt:lpstr>
      <vt:lpstr>Как работает</vt:lpstr>
      <vt:lpstr>Интерфейс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темный, шаблон презентации с сайта presentation-creation.ru</dc:title>
  <dc:creator>User Obstinate</dc:creator>
  <cp:lastModifiedBy>Vdovin</cp:lastModifiedBy>
  <cp:revision>19</cp:revision>
  <dcterms:created xsi:type="dcterms:W3CDTF">2024-11-04T08:17:00Z</dcterms:created>
  <dcterms:modified xsi:type="dcterms:W3CDTF">2026-02-17T12:56:18Z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982E4136F24C42D180DC939C71814D88_13</vt:lpwstr>
  </property>
  <property fmtid="{D5CDD505-2E9C-101B-9397-08002B2CF9AE}" pid="3" name="KSOProductBuildVer">
    <vt:lpwstr>1049-12.2.0.23155</vt:lpwstr>
  </property>
</Properties>
</file>